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BIRD-Interact Simple Baseline  —  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143000"/>
            <a:ext cx="1280160" cy="22860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1280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161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4D8"/>
                </a:solidFill>
              </a:rPr>
              <a:t>TASK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1280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amb_user_query
schema + DDL
col meanings
KB (visible subset)
ambiguity metadata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625346"/>
            <a:ext cx="7315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3591306"/>
            <a:ext cx="7315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70482" y="1636776"/>
            <a:ext cx="22860" cy="1965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822960"/>
            <a:ext cx="2194560" cy="292608"/>
          </a:xfrm>
          <a:prstGeom prst="rect">
            <a:avLst/>
          </a:prstGeom>
          <a:solidFill>
            <a:srgbClr val="1A304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8229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8C00"/>
                </a:solidFill>
              </a:rPr>
              <a:t>Pipeline A — NO CLARIFY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788920"/>
            <a:ext cx="1920240" cy="292608"/>
          </a:xfrm>
          <a:prstGeom prst="rect">
            <a:avLst/>
          </a:prstGeom>
          <a:solidFill>
            <a:srgbClr val="1A304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788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6D6A0"/>
                </a:solidFill>
              </a:rPr>
              <a:t>Pipeline B — CLARIFY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123444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1234440"/>
            <a:ext cx="14630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1298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8C00"/>
                </a:solidFill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1545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step1_explore()
Schema+KB → flag
ambiguous terms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625346"/>
            <a:ext cx="18288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9272" y="1586484"/>
            <a:ext cx="64008" cy="10058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23444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1234440"/>
            <a:ext cx="14630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298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8C00"/>
                </a:solidFill>
              </a:rPr>
              <a:t>Generate Top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545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step3_generate_top3()
No clarification
3 SQL candidates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625346"/>
            <a:ext cx="18288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65192" y="1586484"/>
            <a:ext cx="64008" cy="10058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23444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1234440"/>
            <a:ext cx="14630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298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8C00"/>
                </a:solidFill>
              </a:rPr>
              <a:t>Review ×3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1545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review_sql()
Schema / join /
output grain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625346"/>
            <a:ext cx="18288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11112" y="1586484"/>
            <a:ext cx="64008" cy="10058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123444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1234440"/>
            <a:ext cx="146304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298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8C00"/>
                </a:solidFill>
              </a:rPr>
              <a:t>Repair ×0–2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545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probe_sql() error?
repair_sql() fixes
min diff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3736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Explore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step1_explore()
Schema+KB → flag
ambiguous terms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591306"/>
            <a:ext cx="18288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9272" y="3552444"/>
            <a:ext cx="64008" cy="100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Ask Question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step2_clarify() 2a
Pick top ambiguity
→ one focused Q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91306"/>
            <a:ext cx="18288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65192" y="3552444"/>
            <a:ext cx="64008" cy="100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User Simulator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simulate_user_answer()
LLM reads ambiguity
metadata → answer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591306"/>
            <a:ext cx="18288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11112" y="3552444"/>
            <a:ext cx="64008" cy="100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7512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Generate Top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step3_generate_top3()
With Q&amp;A context
3 SQL candidates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3591306"/>
            <a:ext cx="18288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57032" y="3552444"/>
            <a:ext cx="64008" cy="100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4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Review ×3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review_sql()
Locked formula
preserved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591306"/>
            <a:ext cx="18288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02952" y="3552444"/>
            <a:ext cx="64008" cy="100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66960" y="3200400"/>
            <a:ext cx="1463040" cy="804672"/>
          </a:xfrm>
          <a:prstGeom prst="rect">
            <a:avLst/>
          </a:prstGeom>
          <a:solidFill>
            <a:srgbClr val="162A3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66960" y="3200400"/>
            <a:ext cx="14630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66960" y="32644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D6A0"/>
                </a:solidFill>
              </a:rPr>
              <a:t>Repair ×0–2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35112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probe_sql() error?
repair_sql() fixes
min diff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1625346"/>
            <a:ext cx="3456432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0" y="3591306"/>
            <a:ext cx="164592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83162" y="1636776"/>
            <a:ext cx="22860" cy="1965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86032" y="1143000"/>
            <a:ext cx="1298448" cy="2286000"/>
          </a:xfrm>
          <a:prstGeom prst="rect">
            <a:avLst/>
          </a:prstGeom>
          <a:solidFill>
            <a:srgbClr val="162A3E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686032" y="1143000"/>
            <a:ext cx="1298448" cy="36576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686032" y="121615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DE5"/>
                </a:solidFill>
              </a:rPr>
              <a:t>EVALUATE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86032" y="1508760"/>
            <a:ext cx="129844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Execute pred SQL
Execute gold SQL
SELECT:
set equality
(norm. rows)
MGMT:
test case fns
DB state check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94592" y="2608326"/>
            <a:ext cx="9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622024" y="2569464"/>
            <a:ext cx="64008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094208" y="1143000"/>
            <a:ext cx="1234440" cy="2286000"/>
          </a:xfrm>
          <a:prstGeom prst="rect">
            <a:avLst/>
          </a:prstGeom>
          <a:solidFill>
            <a:srgbClr val="162A3E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094208" y="1143000"/>
            <a:ext cx="123444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094208" y="12161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0E0EF"/>
                </a:solidFill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94208" y="1508760"/>
            <a:ext cx="1234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BBCC"/>
                </a:solidFill>
              </a:rPr>
              <a:t>results.jsonl
*_sql_outputs
  .jsonl
logprobs
  .jsonl
exact_match
accuracy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84480" y="2274570"/>
            <a:ext cx="109728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030200" y="2235708"/>
            <a:ext cx="64008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8600" y="4169663"/>
            <a:ext cx="11731752" cy="566928"/>
          </a:xfrm>
          <a:prstGeom prst="rect">
            <a:avLst/>
          </a:prstGeom>
          <a:solidFill>
            <a:srgbClr val="1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233671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All LLM calls: GPT-4o-mini, temp=0, logprobs captured per token  •  Primary answer = CLARIFY rank-1  •  exact_match = any of 6 candidates (2 pipelines × 3 ranks) correct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4480559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BBCC"/>
                </a:solidFill>
              </a:rPr>
              <a:t>Management tasks: pred DDL/DML committed → test-case Python fns verify DB state → DB reset from template after each run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864607"/>
            <a:ext cx="182880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3504" y="484631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BBCC"/>
                </a:solidFill>
              </a:rPr>
              <a:t>Pipeline A (No Clarify)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31720" y="4864607"/>
            <a:ext cx="182880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569464" y="484631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BBCC"/>
                </a:solidFill>
              </a:rPr>
              <a:t>Pipeline B (Clarify)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4864607"/>
            <a:ext cx="182880" cy="18288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35424" y="484631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BBCC"/>
                </a:solidFill>
              </a:rPr>
              <a:t>Evaluation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63640" y="4864607"/>
            <a:ext cx="182880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01384" y="484631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BBCC"/>
                </a:solidFill>
              </a:rPr>
              <a:t>Shared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